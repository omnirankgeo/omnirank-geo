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GEO评分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40A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AI可见度</c:v>
                  </c:pt>
                  <c:pt idx="1">
                    <c:v>社媒声量</c:v>
                  </c:pt>
                  <c:pt idx="2">
                    <c:v>网页内容</c:v>
                  </c:pt>
                  <c:pt idx="3">
                    <c:v>权威背书</c:v>
                  </c:pt>
                  <c:pt idx="4">
                    <c:v>结构化内容</c:v>
                  </c:pt>
                  <c:pt idx="5">
                    <c:v>内容质量</c:v>
                  </c:pt>
                  <c:pt idx="6">
                    <c:v>品牌基础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15</c:v>
                </c:pt>
                <c:pt idx="2">
                  <c:v>28</c:v>
                </c:pt>
                <c:pt idx="3">
                  <c:v>20</c:v>
                </c:pt>
                <c:pt idx="4">
                  <c:v>25</c:v>
                </c:pt>
                <c:pt idx="5">
                  <c:v>40</c:v>
                </c:pt>
                <c:pt idx="6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40A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完成度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346448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DIAGNOSTIC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2000" y="1565523"/>
            <a:ext cx="7772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深圳美研堂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2333774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医疗美容服务 | AI搜索可见度诊断报告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2825800"/>
            <a:ext cx="634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105001"/>
            <a:ext cx="1061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诊断日期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2000" y="3273177"/>
            <a:ext cx="10611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2026年03月15日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57859" y="3105001"/>
            <a:ext cx="657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GEO评分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57859" y="3273177"/>
            <a:ext cx="657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100分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7835" y="3105001"/>
            <a:ext cx="284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57835" y="3273177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2736" y="3105001"/>
            <a:ext cx="305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AI测试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92736" y="3273177"/>
            <a:ext cx="305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2000" y="4781550"/>
            <a:ext cx="1756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全域上榜 OmniRank AI | GEO诊断系统 v4.0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730133" y="4781550"/>
            <a:ext cx="664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2237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AI搜索趋势 — 为什么现在就要行动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980926"/>
            <a:ext cx="3962400" cy="853976"/>
          </a:xfrm>
          <a:prstGeom prst="roundRect">
            <a:avLst>
              <a:gd name="adj" fmla="val 1189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980926"/>
            <a:ext cx="0" cy="85397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0626" y="1145977"/>
            <a:ext cx="36563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20626" y="1507927"/>
            <a:ext cx="36563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中国用户已使用AI搜索（艾瑞咨询 2025）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949202"/>
            <a:ext cx="3962400" cy="853976"/>
          </a:xfrm>
          <a:prstGeom prst="roundRect">
            <a:avLst>
              <a:gd name="adj" fmla="val 1189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1949202"/>
            <a:ext cx="0" cy="85397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626" y="2114252"/>
            <a:ext cx="36563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0626" y="2476202"/>
            <a:ext cx="36563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用户信任AI推荐品牌（Gartner 2025预测）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917478"/>
            <a:ext cx="3962400" cy="930176"/>
          </a:xfrm>
          <a:prstGeom prst="roundRect">
            <a:avLst>
              <a:gd name="adj" fmla="val 10923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2917478"/>
            <a:ext cx="0" cy="93017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626" y="3082528"/>
            <a:ext cx="36563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4大引擎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0626" y="3520678"/>
            <a:ext cx="36563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/ Kimi / 豆包 / ChatGPT 正改变搜索格局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73501" y="980926"/>
            <a:ext cx="3962549" cy="2807791"/>
          </a:xfrm>
          <a:prstGeom prst="roundRect">
            <a:avLst>
              <a:gd name="adj" fmla="val 3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8076" y="1155502"/>
            <a:ext cx="3685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搜索模式根本转变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8076" y="1418927"/>
            <a:ext cx="36856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用户正从「搜索关键词然后自己筛选」转变为「直接提问，AI给出推荐答案」。品牌不在AI推荐清单中，就在新兴流量入口完全隐形。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3903018"/>
            <a:ext cx="3962549" cy="815132"/>
          </a:xfrm>
          <a:prstGeom prst="roundRect">
            <a:avLst>
              <a:gd name="adj" fmla="val 12464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7313" y="3903018"/>
            <a:ext cx="0" cy="815132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6176" y="4068068"/>
            <a:ext cx="36565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"到2028年，品牌在AI引擎中的可见度将直接影响40%以上的消费决策。"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6176" y="4438799"/>
            <a:ext cx="36565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Gartner Research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8453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AI引擎实测快照 — 品牌在AI中的真实表现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955477"/>
            <a:ext cx="2607766" cy="761702"/>
          </a:xfrm>
          <a:prstGeom prst="roundRect">
            <a:avLst>
              <a:gd name="adj" fmla="val 13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3981" y="1104602"/>
            <a:ext cx="235570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3981" y="1425178"/>
            <a:ext cx="23557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AI测试总次数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68117" y="955477"/>
            <a:ext cx="2607766" cy="761702"/>
          </a:xfrm>
          <a:prstGeom prst="roundRect">
            <a:avLst>
              <a:gd name="adj" fmla="val 13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94147" y="1104602"/>
            <a:ext cx="235570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94147" y="1425178"/>
            <a:ext cx="23557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品牌被推荐次数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28283" y="955477"/>
            <a:ext cx="2607766" cy="761702"/>
          </a:xfrm>
          <a:prstGeom prst="roundRect">
            <a:avLst>
              <a:gd name="adj" fmla="val 13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54314" y="1104602"/>
            <a:ext cx="235570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54314" y="1425178"/>
            <a:ext cx="23557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AI推荐率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869579"/>
            <a:ext cx="1936700" cy="1256854"/>
          </a:xfrm>
          <a:prstGeom prst="roundRect">
            <a:avLst>
              <a:gd name="adj" fmla="val 808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1888629"/>
            <a:ext cx="19367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7575" y="2034629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33832" y="2053679"/>
            <a:ext cx="2849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073" y="2415480"/>
            <a:ext cx="1716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073" y="2612231"/>
            <a:ext cx="17164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已推荐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8073" y="2799457"/>
            <a:ext cx="17164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直接推荐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1601" y="1869579"/>
            <a:ext cx="1936849" cy="1256854"/>
          </a:xfrm>
          <a:prstGeom prst="roundRect">
            <a:avLst>
              <a:gd name="adj" fmla="val 808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571601" y="1888629"/>
            <a:ext cx="1936849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1226" y="2034629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97483" y="2053679"/>
            <a:ext cx="2849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81722" y="2415480"/>
            <a:ext cx="17166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81722" y="2612231"/>
            <a:ext cx="17166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未提及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81722" y="2799457"/>
            <a:ext cx="1716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未提及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35401" y="1869579"/>
            <a:ext cx="1936849" cy="1256854"/>
          </a:xfrm>
          <a:prstGeom prst="roundRect">
            <a:avLst>
              <a:gd name="adj" fmla="val 808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35401" y="1888629"/>
            <a:ext cx="193684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5026" y="2034629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61282" y="2053679"/>
            <a:ext cx="2849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45522" y="2415480"/>
            <a:ext cx="171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45522" y="2669381"/>
            <a:ext cx="17166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已推荐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5522" y="2856607"/>
            <a:ext cx="1716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间接提及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99200" y="1869579"/>
            <a:ext cx="1936849" cy="1256854"/>
          </a:xfrm>
          <a:prstGeom prst="roundRect">
            <a:avLst>
              <a:gd name="adj" fmla="val 808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699200" y="1888629"/>
            <a:ext cx="1936849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08825" y="2034629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25082" y="2053679"/>
            <a:ext cx="2849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09321" y="2415480"/>
            <a:ext cx="17166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09321" y="2612231"/>
            <a:ext cx="17166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未提及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09321" y="2799457"/>
            <a:ext cx="1716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未提及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7950" y="3278832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测试方法：8个行业相关问题 x 4个主流AI引擎，检测品牌被直接推荐的情况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0626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GEO健康度全景 — 七维评估体系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3480" y="904726"/>
            <a:ext cx="3172569" cy="1050727"/>
          </a:xfrm>
          <a:prstGeom prst="roundRect">
            <a:avLst>
              <a:gd name="adj" fmla="val 967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70960" y="1041202"/>
            <a:ext cx="29576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70960" y="1450777"/>
            <a:ext cx="2957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0960" y="1657052"/>
            <a:ext cx="29576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起步阶段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63480" y="2018854"/>
            <a:ext cx="3172569" cy="263426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74506" y="2079129"/>
            <a:ext cx="408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AI可见度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27380" y="2093416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63480" y="2345680"/>
            <a:ext cx="3172569" cy="263426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74506" y="2405955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社媒声量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27380" y="2420243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63480" y="2672507"/>
            <a:ext cx="3172569" cy="263426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74506" y="2732782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网页内容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27380" y="2747070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63480" y="2999333"/>
            <a:ext cx="3172569" cy="263426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74506" y="3059609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权威背书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27380" y="3073896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63480" y="3326160"/>
            <a:ext cx="3172569" cy="263426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74506" y="3386435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结构化内容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7380" y="3400723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63480" y="3652986"/>
            <a:ext cx="3172569" cy="263426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74506" y="3713262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内容质量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83786" y="3727549"/>
            <a:ext cx="144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63480" y="3979813"/>
            <a:ext cx="3172569" cy="263426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9525">
            <a:solidFill>
              <a:srgbClr val="F3F4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74506" y="4040088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品牌基础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83786" y="4054376"/>
            <a:ext cx="144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07950" y="904726"/>
          <a:ext cx="4777829" cy="29399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0165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行业对标分析 — 您的位置在哪里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955477"/>
            <a:ext cx="2607766" cy="378812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974527"/>
            <a:ext cx="2607766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10954" y="955477"/>
            <a:ext cx="0" cy="37881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950" y="4738836"/>
            <a:ext cx="260776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713" y="955477"/>
            <a:ext cx="0" cy="37881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036" y="1145977"/>
            <a:ext cx="2329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您的品牌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036" y="1422202"/>
            <a:ext cx="23295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7036" y="1818977"/>
            <a:ext cx="232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GEO评分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9875" y="22871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875" y="2101453"/>
            <a:ext cx="408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AI推荐率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65809" y="2101453"/>
            <a:ext cx="293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9875" y="25157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875" y="2330053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社媒内容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50641" y="23300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9875" y="27443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875" y="2558653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结构化数据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50641" y="25586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9875" y="29729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875" y="2787253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权威背书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50641" y="27872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缺失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68117" y="955477"/>
            <a:ext cx="2607766" cy="378812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68117" y="974527"/>
            <a:ext cx="2607766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71121" y="955477"/>
            <a:ext cx="0" cy="37881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8117" y="4738836"/>
            <a:ext cx="260776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72879" y="955477"/>
            <a:ext cx="0" cy="37881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7203" y="1145977"/>
            <a:ext cx="2329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行业平均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7203" y="1422202"/>
            <a:ext cx="23295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407203" y="1818977"/>
            <a:ext cx="232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GEO评分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30042" y="22871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0042" y="2101453"/>
            <a:ext cx="408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AI推荐率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10659" y="2101453"/>
            <a:ext cx="2073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30042" y="25157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0042" y="2330053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社媒内容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10808" y="23300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30042" y="27443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0042" y="2558653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结构化数据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10808" y="25586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430042" y="29729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30042" y="2787253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权威背书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10808" y="27872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28283" y="955477"/>
            <a:ext cx="2607766" cy="378812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028283" y="974527"/>
            <a:ext cx="2607766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31287" y="955477"/>
            <a:ext cx="0" cy="37881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28283" y="4738836"/>
            <a:ext cx="260776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3046" y="955477"/>
            <a:ext cx="0" cy="37881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7369" y="1145977"/>
            <a:ext cx="2329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行业标杆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67369" y="1422202"/>
            <a:ext cx="23295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6167369" y="1818977"/>
            <a:ext cx="232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GEO评分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90208" y="22871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208" y="2101453"/>
            <a:ext cx="408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AI推荐率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11592" y="2101453"/>
            <a:ext cx="2677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75%+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90208" y="25157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208" y="2330053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社媒内容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70974" y="23300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丰富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90208" y="27443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0208" y="2558653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结构化数据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270974" y="25586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90208" y="2972991"/>
            <a:ext cx="2283916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0208" y="2787253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权威背书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72475" y="2787253"/>
            <a:ext cx="103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6381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AI推荐分析 — AI引擎如何看到您的品牌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4000500" cy="659606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54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426" y="1074539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5676" y="1066651"/>
            <a:ext cx="9065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品牌信息碎片化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4426" y="1311027"/>
            <a:ext cx="380210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500"/>
              </a:spcBef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AI引擎无法完整描述品牌核心业务和差异化优势，现有信息缺乏系统性品牌叙事。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35401" y="930176"/>
            <a:ext cx="4000649" cy="659606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54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1876" y="1074539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13127" y="1066651"/>
            <a:ext cx="777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权威内容缺失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1876" y="1311027"/>
            <a:ext cx="380225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500"/>
              </a:spcBef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缺少行业媒体报道、评测和口碑等第三方内容，AI缺乏信任信号来推荐品牌。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950" y="1716732"/>
            <a:ext cx="4000500" cy="659606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54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1861096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5676" y="1853208"/>
            <a:ext cx="777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社媒声量薄弱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426" y="2097584"/>
            <a:ext cx="380210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500"/>
              </a:spcBef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抖音、小红书等平台品牌内容极少，用户自发讨论几乎为零，影响AI热度判断。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35401" y="1716732"/>
            <a:ext cx="4000649" cy="659606"/>
          </a:xfrm>
          <a:prstGeom prst="roundRect">
            <a:avLst>
              <a:gd name="adj" fmla="val 15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5400" dist="1270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1876" y="1861096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13127" y="1853208"/>
            <a:ext cx="9065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基础网页已建立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1876" y="2097584"/>
            <a:ext cx="380225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500"/>
              </a:spcBef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已有基础网页和部分结构化信息，为后续优化提供了起点，系统性补强即可提升。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950" y="2503289"/>
            <a:ext cx="8128099" cy="415826"/>
          </a:xfrm>
          <a:prstGeom prst="roundRect">
            <a:avLst>
              <a:gd name="adj" fmla="val 2443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1763" y="2503289"/>
            <a:ext cx="0" cy="41582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276" y="2630239"/>
            <a:ext cx="78795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核心发现：品牌缺乏AI可读取的结构化数字资产，导致AI引擎难以识别和推荐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6381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增长机会评估 — AI搜索带来的潜在价值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4754910" cy="2177207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092101"/>
            <a:ext cx="45196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AI搜索流量漏斗（基于行业关键词估算）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875" y="1683990"/>
            <a:ext cx="4431060" cy="0"/>
          </a:xfrm>
          <a:prstGeom prst="line">
            <a:avLst/>
          </a:prstGeom>
          <a:noFill/>
          <a:ln w="9525">
            <a:solidFill>
              <a:srgbClr val="F8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875" y="14253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7844" y="1425327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74527" y="1455390"/>
            <a:ext cx="3564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月相关搜索量（AI渠道）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0214" y="1445865"/>
            <a:ext cx="541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~21,900次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9875" y="1998166"/>
            <a:ext cx="4431060" cy="0"/>
          </a:xfrm>
          <a:prstGeom prst="line">
            <a:avLst/>
          </a:prstGeom>
          <a:noFill/>
          <a:ln w="9525">
            <a:solidFill>
              <a:srgbClr val="F8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875" y="173950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7844" y="1739503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4527" y="1769566"/>
            <a:ext cx="36288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被AI推荐后的潜在曝光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3764" y="1760041"/>
            <a:ext cx="4765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~2,700次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9875" y="2312343"/>
            <a:ext cx="4431060" cy="0"/>
          </a:xfrm>
          <a:prstGeom prst="line">
            <a:avLst/>
          </a:prstGeom>
          <a:noFill/>
          <a:ln w="9525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875" y="205367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7844" y="2053679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74527" y="2083743"/>
            <a:ext cx="37261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用户点击与搜索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29163" y="2074218"/>
            <a:ext cx="3792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9875" y="2626519"/>
            <a:ext cx="4431060" cy="0"/>
          </a:xfrm>
          <a:prstGeom prst="line">
            <a:avLst/>
          </a:prstGeom>
          <a:noFill/>
          <a:ln w="9525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875" y="23678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7844" y="2367855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74527" y="2397919"/>
            <a:ext cx="37261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产生咨询意向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29163" y="2388394"/>
            <a:ext cx="3792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~100个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9875" y="2940695"/>
            <a:ext cx="4431060" cy="0"/>
          </a:xfrm>
          <a:prstGeom prst="line">
            <a:avLst/>
          </a:prstGeom>
          <a:noFill/>
          <a:ln w="9525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875" y="268203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7844" y="2682032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74527" y="2712095"/>
            <a:ext cx="3641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最终成交（行业参考）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46563" y="2702570"/>
            <a:ext cx="4634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~20单/月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66011" y="930176"/>
            <a:ext cx="3170039" cy="1063526"/>
          </a:xfrm>
          <a:prstGeom prst="roundRect">
            <a:avLst>
              <a:gd name="adj" fmla="val 955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27936" y="1092101"/>
            <a:ext cx="29031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您的提升空间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7936" y="1311176"/>
            <a:ext cx="29031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627936" y="1688902"/>
            <a:ext cx="2903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AI推荐率提升潜力（当前仅12.5%）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6011" y="2095202"/>
            <a:ext cx="3170039" cy="1063526"/>
          </a:xfrm>
          <a:prstGeom prst="roundRect">
            <a:avLst>
              <a:gd name="adj" fmla="val 955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27936" y="2257127"/>
            <a:ext cx="29031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预估增量价值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7936" y="2476202"/>
            <a:ext cx="29031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5-15x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627936" y="2853928"/>
            <a:ext cx="2903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优化后AI渠道获客潜力提升倍数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66011" y="3260229"/>
            <a:ext cx="3170039" cy="451545"/>
          </a:xfrm>
          <a:prstGeom prst="roundRect">
            <a:avLst>
              <a:gd name="adj" fmla="val 22501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485061" y="3260229"/>
            <a:ext cx="0" cy="45154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05611" y="3361730"/>
            <a:ext cx="298751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数据来源：5118真实搜索数据 + 行业通用转化率。以上为单一关键词估算，实际相关关键词数十个，综合机会更大。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0165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竞品策略洞察 — 他们做对了什么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AI引擎推荐的同行业品牌策略分析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1193602"/>
            <a:ext cx="2624733" cy="3108871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4426" y="1330077"/>
            <a:ext cx="23988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西安刘青整形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426" y="1596777"/>
            <a:ext cx="596801" cy="183952"/>
          </a:xfrm>
          <a:prstGeom prst="roundRect">
            <a:avLst>
              <a:gd name="adj" fmla="val 2761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1622078"/>
            <a:ext cx="4532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AI高频推荐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4426" y="1856929"/>
            <a:ext cx="2351782" cy="48756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丰富的专业内容矩阵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多平台内容分发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专业资质结构化呈现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59634" y="1193602"/>
            <a:ext cx="2624733" cy="3108871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96109" y="1330077"/>
            <a:ext cx="23988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Savislook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6109" y="1549152"/>
            <a:ext cx="507950" cy="183952"/>
          </a:xfrm>
          <a:prstGeom prst="roundRect">
            <a:avLst>
              <a:gd name="adj" fmla="val 27616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2309" y="1574453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社媒强势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96109" y="1809304"/>
            <a:ext cx="2351782" cy="48756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小红书/抖音内容量大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差异化内容定位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UGC内容丰富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1317" y="1193602"/>
            <a:ext cx="2624733" cy="3108871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7792" y="1330077"/>
            <a:ext cx="23988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某知名连锁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7792" y="1596777"/>
            <a:ext cx="507950" cy="183952"/>
          </a:xfrm>
          <a:prstGeom prst="roundRect">
            <a:avLst>
              <a:gd name="adj" fmla="val 2761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3992" y="1622078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品牌权威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47792" y="1856929"/>
            <a:ext cx="2351782" cy="48756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行业媒体报道频次高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结构化数据完善</a:t>
            </a:r>
            <a:endParaRPr lang="en-US" sz="800" dirty="0"/>
          </a:p>
          <a:p>
            <a:pPr algn="l" marL="76200" indent="-76200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品牌故事传播到位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950" y="4403973"/>
            <a:ext cx="8128099" cy="364927"/>
          </a:xfrm>
          <a:prstGeom prst="roundRect">
            <a:avLst>
              <a:gd name="adj" fmla="val 2784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1763" y="4403973"/>
            <a:ext cx="0" cy="364927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276" y="4505474"/>
            <a:ext cx="78795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关键启示：被AI推荐的品牌普遍具备 专业内容 + 社媒声量 + 权威背书 三位一体的数字资产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0F1D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3746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27658" y="241250"/>
            <a:ext cx="303973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30天行动方案 — 快速提升路线图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2624733" cy="526852"/>
          </a:xfrm>
          <a:prstGeom prst="roundRect">
            <a:avLst>
              <a:gd name="adj" fmla="val 1928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2330" y="1019026"/>
            <a:ext cx="24959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2330" y="1225302"/>
            <a:ext cx="24959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第1-10天 · 基础建设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457027"/>
            <a:ext cx="2624733" cy="3311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127921" y="1457027"/>
            <a:ext cx="0" cy="33118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950" y="4764137"/>
            <a:ext cx="262473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713" y="1457027"/>
            <a:ext cx="0" cy="33118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976" y="1771501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976" y="163472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5778" y="1596628"/>
            <a:ext cx="8285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完善品牌百科词条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8976" y="1989237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976" y="185246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778" y="1814364"/>
            <a:ext cx="8285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建立结构化知识库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8976" y="2206972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976" y="207019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5778" y="2032099"/>
            <a:ext cx="84023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优化官网SEO基础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8976" y="2424708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976" y="228793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5778" y="2249835"/>
            <a:ext cx="8285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完善社媒账号矩阵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8976" y="2505670"/>
            <a:ext cx="2402681" cy="447377"/>
          </a:xfrm>
          <a:prstGeom prst="roundRect">
            <a:avLst>
              <a:gd name="adj" fmla="val 170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9618" y="2569071"/>
            <a:ext cx="2321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阶段目标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59618" y="2727722"/>
            <a:ext cx="23213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AI可搜索到品牌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59634" y="930176"/>
            <a:ext cx="2624733" cy="526852"/>
          </a:xfrm>
          <a:prstGeom prst="roundRect">
            <a:avLst>
              <a:gd name="adj" fmla="val 1928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24014" y="1019026"/>
            <a:ext cx="24959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24014" y="1225302"/>
            <a:ext cx="24959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第11-20天 · 内容种草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59634" y="1457027"/>
            <a:ext cx="2624733" cy="3311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879604" y="1457027"/>
            <a:ext cx="0" cy="33118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9634" y="4764137"/>
            <a:ext cx="262473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396" y="1457027"/>
            <a:ext cx="0" cy="33118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70659" y="1771501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0659" y="163472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97461" y="1596628"/>
            <a:ext cx="98991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发布专业文章10-15篇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70659" y="1989237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0659" y="185246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97461" y="1814364"/>
            <a:ext cx="8285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社媒启动内容矩阵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70659" y="2206972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70659" y="207019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97461" y="2032099"/>
            <a:ext cx="8285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问答覆盖核心场景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70659" y="2424708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0659" y="228793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497461" y="2249835"/>
            <a:ext cx="93223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拓展第三方品牌露出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70659" y="2505670"/>
            <a:ext cx="2402681" cy="447377"/>
          </a:xfrm>
          <a:prstGeom prst="roundRect">
            <a:avLst>
              <a:gd name="adj" fmla="val 170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411301" y="2569071"/>
            <a:ext cx="2321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阶段目标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11301" y="2727722"/>
            <a:ext cx="23213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AI开始推荐品牌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11317" y="930176"/>
            <a:ext cx="2624733" cy="526852"/>
          </a:xfrm>
          <a:prstGeom prst="roundRect">
            <a:avLst>
              <a:gd name="adj" fmla="val 1928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075697" y="1019026"/>
            <a:ext cx="24959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75697" y="1225302"/>
            <a:ext cx="24959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第21-30天 · 强化巩固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11317" y="1457027"/>
            <a:ext cx="2624733" cy="3311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8631287" y="1457027"/>
            <a:ext cx="0" cy="33118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11317" y="4764137"/>
            <a:ext cx="262473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16079" y="1457027"/>
            <a:ext cx="0" cy="33118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2343" y="1771501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2343" y="163472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49144" y="1596628"/>
            <a:ext cx="8285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争取媒体报道评测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22343" y="1989237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2343" y="185246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49144" y="1814364"/>
            <a:ext cx="8285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持续优化内容质量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22343" y="2206972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2343" y="207019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249144" y="2032099"/>
            <a:ext cx="85162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引导用户口碑UGC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22343" y="2424708"/>
            <a:ext cx="2402681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2343" y="228793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249144" y="2249835"/>
            <a:ext cx="85162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复测GEO验证效果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122343" y="2505670"/>
            <a:ext cx="2402681" cy="447377"/>
          </a:xfrm>
          <a:prstGeom prst="roundRect">
            <a:avLst>
              <a:gd name="adj" fmla="val 170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162985" y="2569071"/>
            <a:ext cx="2321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阶段目标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162985" y="2727722"/>
            <a:ext cx="23213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评分提升至40+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07950" y="4921300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OmniRank AI GEO Diagnostic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8537079" y="4921300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10875" y="958007"/>
            <a:ext cx="3722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10875" y="1202382"/>
            <a:ext cx="372225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开启您的GEO优化之旅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10875" y="1843683"/>
            <a:ext cx="372225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20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每一天的等待，都可能让竞争对手在AI推荐中领先一步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54550" y="2341364"/>
            <a:ext cx="634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7367" y="2620566"/>
            <a:ext cx="3649266" cy="612577"/>
          </a:xfrm>
          <a:prstGeom prst="roundRect">
            <a:avLst>
              <a:gd name="adj" fmla="val 16586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79569" y="2807791"/>
            <a:ext cx="31848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预约免费GEO策略咨询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4686" y="3436293"/>
            <a:ext cx="9788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94686" y="3604468"/>
            <a:ext cx="9788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www.omnirank.ai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32979" y="3436293"/>
            <a:ext cx="1218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邮箱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979" y="3604468"/>
            <a:ext cx="1218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contact@omnirank.ai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10875" y="4052143"/>
            <a:ext cx="3722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全域上榜 OmniRank AI | GEO诊断系统 v4.0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深圳美研堂 GEO诊断报告</dc:title>
  <dc:subject>PptxGenJS Presentation</dc:subject>
  <dc:creator>OmniRank AI</dc:creator>
  <cp:lastModifiedBy>OmniRank AI</cp:lastModifiedBy>
  <cp:revision>1</cp:revision>
  <dcterms:created xsi:type="dcterms:W3CDTF">2026-03-16T13:13:44Z</dcterms:created>
  <dcterms:modified xsi:type="dcterms:W3CDTF">2026-03-16T13:13:44Z</dcterms:modified>
</cp:coreProperties>
</file>